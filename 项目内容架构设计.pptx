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6bea0f29e444a0" /><Relationship Type="http://schemas.openxmlformats.org/officeDocument/2006/relationships/extended-properties" Target="/docProps/app.xml" Id="R0bd736fadab74c87" /><Relationship Type="http://schemas.openxmlformats.org/officeDocument/2006/relationships/officeDocument" Target="/ppt/presentation.xml" Id="Rd7cf2b6e2f46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86435e5b14e84"/>
  </p:sldMasterIdLst>
  <p:notesMasterIdLst>
    <p:notesMasterId xmlns:r="http://schemas.openxmlformats.org/officeDocument/2006/relationships" r:id="R5b62fefbe9e04082"/>
  </p:notesMasterIdLst>
  <p:sldIdLst>
    <p:sldId xmlns:r="http://schemas.openxmlformats.org/officeDocument/2006/relationships" id="256" r:id="R6ff84ef5a6c540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8796e28cf94e2f" /><Relationship Type="http://schemas.openxmlformats.org/officeDocument/2006/relationships/slideMaster" Target="/ppt/slideMasters/slideMaster1.xml" Id="R68386435e5b14e84" /><Relationship Type="http://schemas.openxmlformats.org/officeDocument/2006/relationships/notesMaster" Target="/ppt/notesMasters/notesMaster1.xml" Id="R5b62fefbe9e04082" /><Relationship Type="http://schemas.openxmlformats.org/officeDocument/2006/relationships/presProps" Target="/ppt/presProps.xml" Id="Raae3715b3ff542aa" /><Relationship Type="http://schemas.openxmlformats.org/officeDocument/2006/relationships/tableStyles" Target="/ppt/tableStyles.xml" Id="R96d755b605cf44b6" /><Relationship Type="http://schemas.openxmlformats.org/officeDocument/2006/relationships/slide" Target="/ppt/slides/slide1.xml" Id="R6ff84ef5a6c5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d1cd9f571d4a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3865c21234029" /><Relationship Type="http://schemas.openxmlformats.org/officeDocument/2006/relationships/notesMaster" Target="/ppt/notesMasters/notesMaster1.xml" Id="Rbc78f367e93c4a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核心结论：项目把内容声明、编译校验和浏览器运行严格分开，JSON 不执行任意 JavaScript。</a:t>
            </a:r>
          </a:p>
          <a:p xmlns:a="http://schemas.openxmlformats.org/drawingml/2006/main">
            <a:r>
              <a:t>一次点击链路：SceneManager 取得 clickEvent，EventEngine 顺序执行动作，GameState 与 UI 更新，完整事件结束后写入稳定快照。</a:t>
            </a:r>
          </a:p>
          <a:p xmlns:a="http://schemas.openxmlformats.org/drawingml/2006/main">
            <a:r>
              <a:t>来源：Game/README.md（项目定位、运行原理、模块职责与边界）。</a:t>
            </a:r>
          </a:p>
          <a:p xmlns:a="http://schemas.openxmlformats.org/drawingml/2006/main">
            <a:r>
              <a:t>来源：Game/docs/API使用说明.md（数据接口、编译流程与运行时接口）。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cbd57a80f49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ca64fae41e497a" /><Relationship Type="http://schemas.openxmlformats.org/officeDocument/2006/relationships/slideLayout" Target="/ppt/slideLayouts/slideLayout1.xml" Id="R58de21ac8ce749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de21ac8ce749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f51b1c66042dd" /><Relationship Type="http://schemas.openxmlformats.org/officeDocument/2006/relationships/notesSlide" Target="/ppt/notesSlides/notesSlide1.xml" Id="Rc8105df92a0341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ject-label">
            <a:extLst xmlns:a="http://schemas.openxmlformats.org/drawingml/2006/main">
              <a:ext uri="{FF2B5EF4-FFF2-40B4-BE49-F238E27FC236}">
                <a16:creationId xmlns:a16="http://schemas.microsoft.com/office/drawing/2014/main" id="{007B98A4-3E2C-472E-94B5-CBAE35DC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项目架构总览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93AAC2-E2BA-4DC4-BFE2-A9501277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B0C"/>
                </a:solidFill>
                <a:latin typeface="Microsoft YaHei"/>
                <a:ea typeface="Microsoft YaHei"/>
                <a:cs typeface="Microsoft YaHei"/>
              </a:rPr>
              <a:t>内容与运行分层，让剧情、素材和状态各有边界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2E62542-44A8-4B45-A258-45622845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A5F68"/>
                </a:solidFill>
                <a:latin typeface="Microsoft YaHei"/>
                <a:ea typeface="Microsoft YaHei"/>
                <a:cs typeface="Microsoft YaHei"/>
              </a:rPr>
              <a:t>固定流程剧情解释器：Scene + Object + Event + State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18D27CF-8BEC-4A90-A38E-421BF031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content">
            <a:extLst xmlns:a="http://schemas.openxmlformats.org/drawingml/2006/main">
              <a:ext uri="{FF2B5EF4-FFF2-40B4-BE49-F238E27FC236}">
                <a16:creationId xmlns:a16="http://schemas.microsoft.com/office/drawing/2014/main" id="{8D0775D6-1818-49BB-A432-31ED0A5F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429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E0E2E6"/>
            </a:solidFill>
            <a:prstDash val="solid"/>
          </a:ln>
        </p:spPr>
      </p:sp>
      <p:sp>
        <p:nvSpPr>
          <p:cNvPr id="6" name="stage-content-kicker">
            <a:extLst xmlns:a="http://schemas.openxmlformats.org/drawingml/2006/main">
              <a:ext uri="{FF2B5EF4-FFF2-40B4-BE49-F238E27FC236}">
                <a16:creationId xmlns:a16="http://schemas.microsoft.com/office/drawing/2014/main" id="{0397D5CA-5698-4DFA-87F4-AA3FCA0C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79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47982"/>
                </a:solidFill>
                <a:latin typeface="Microsoft YaHei"/>
                <a:ea typeface="Microsoft YaHei"/>
                <a:cs typeface="Microsoft YaHei"/>
              </a:rPr>
              <a:t>01  内容源</a:t>
            </a:r>
          </a:p>
        </p:txBody>
      </p:sp>
      <p:sp>
        <p:nvSpPr>
          <p:cNvPr id="7" name="stage-content-title">
            <a:extLst xmlns:a="http://schemas.openxmlformats.org/drawingml/2006/main">
              <a:ext uri="{FF2B5EF4-FFF2-40B4-BE49-F238E27FC236}">
                <a16:creationId xmlns:a16="http://schemas.microsoft.com/office/drawing/2014/main" id="{7CB6E602-278B-4A02-85D8-352FA4A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内容层</a:t>
            </a:r>
          </a:p>
        </p:txBody>
      </p:sp>
      <p:sp>
        <p:nvSpPr>
          <p:cNvPr id="8" name="stage-content-body">
            <a:extLst xmlns:a="http://schemas.openxmlformats.org/drawingml/2006/main">
              <a:ext uri="{FF2B5EF4-FFF2-40B4-BE49-F238E27FC236}">
                <a16:creationId xmlns:a16="http://schemas.microsoft.com/office/drawing/2014/main" id="{7BCA3E97-AE6E-4F79-B859-AD3293CF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data/*.json</a:t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场景、事件、物品、属性、技能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Game/assets</a:t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背景、StillLife、图标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职责：声明“显示什么、发生什么”</a:t>
            </a:r>
          </a:p>
        </p:txBody>
      </p:sp>
      <p:sp>
        <p:nvSpPr>
          <p:cNvPr id="9" name="stage-compile">
            <a:extLst xmlns:a="http://schemas.openxmlformats.org/drawingml/2006/main">
              <a:ext uri="{FF2B5EF4-FFF2-40B4-BE49-F238E27FC236}">
                <a16:creationId xmlns:a16="http://schemas.microsoft.com/office/drawing/2014/main" id="{603D25D7-6843-4689-BDEF-A5009C18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429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8FD6F6"/>
            </a:solidFill>
            <a:prstDash val="solid"/>
          </a:ln>
        </p:spPr>
      </p:sp>
      <p:sp>
        <p:nvSpPr>
          <p:cNvPr id="10" name="stage-compile-kicker">
            <a:extLst xmlns:a="http://schemas.openxmlformats.org/drawingml/2006/main">
              <a:ext uri="{FF2B5EF4-FFF2-40B4-BE49-F238E27FC236}">
                <a16:creationId xmlns:a16="http://schemas.microsoft.com/office/drawing/2014/main" id="{49E0C493-489B-4CC3-B0F3-3DD3D16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81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78A8"/>
                </a:solidFill>
                <a:latin typeface="Microsoft YaHei"/>
                <a:ea typeface="Microsoft YaHei"/>
                <a:cs typeface="Microsoft YaHei"/>
              </a:rPr>
              <a:t>02  编译与校验</a:t>
            </a:r>
          </a:p>
        </p:txBody>
      </p:sp>
      <p:sp>
        <p:nvSpPr>
          <p:cNvPr id="11" name="stage-compile-title">
            <a:extLst xmlns:a="http://schemas.openxmlformats.org/drawingml/2006/main">
              <a:ext uri="{FF2B5EF4-FFF2-40B4-BE49-F238E27FC236}">
                <a16:creationId xmlns:a16="http://schemas.microsoft.com/office/drawing/2014/main" id="{297B522E-A5A7-467E-8753-A38D121E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编译层</a:t>
            </a:r>
          </a:p>
        </p:txBody>
      </p:sp>
      <p:sp>
        <p:nvSpPr>
          <p:cNvPr id="12" name="stage-compile-body">
            <a:extLst xmlns:a="http://schemas.openxmlformats.org/drawingml/2006/main">
              <a:ext uri="{FF2B5EF4-FFF2-40B4-BE49-F238E27FC236}">
                <a16:creationId xmlns:a16="http://schemas.microsoft.com/office/drawing/2014/main" id="{EB8A659D-7446-4B24-87BE-023CB9CC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schemas/</a:t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编辑器提示与字段约束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compile-data.mjs</a:t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检查 ID、引用、条件与动作</a:t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输出 window.GAME_DATA</a:t>
            </a:r>
          </a:p>
        </p:txBody>
      </p:sp>
      <p:sp>
        <p:nvSpPr>
          <p:cNvPr id="13" name="stage-runtime">
            <a:extLst xmlns:a="http://schemas.openxmlformats.org/drawingml/2006/main">
              <a:ext uri="{FF2B5EF4-FFF2-40B4-BE49-F238E27FC236}">
                <a16:creationId xmlns:a16="http://schemas.microsoft.com/office/drawing/2014/main" id="{5C70D9EB-A7AA-485E-9199-35F6491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429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E0E2E6"/>
            </a:solidFill>
            <a:prstDash val="solid"/>
          </a:ln>
        </p:spPr>
      </p:sp>
      <p:sp>
        <p:nvSpPr>
          <p:cNvPr id="14" name="stage-runtime-kicker">
            <a:extLst xmlns:a="http://schemas.openxmlformats.org/drawingml/2006/main">
              <a:ext uri="{FF2B5EF4-FFF2-40B4-BE49-F238E27FC236}">
                <a16:creationId xmlns:a16="http://schemas.microsoft.com/office/drawing/2014/main" id="{E00B771A-60A8-4772-A98D-B77C6C3A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79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47982"/>
                </a:solidFill>
                <a:latin typeface="Microsoft YaHei"/>
                <a:ea typeface="Microsoft YaHei"/>
                <a:cs typeface="Microsoft YaHei"/>
              </a:rPr>
              <a:t>03  浏览器运行</a:t>
            </a:r>
          </a:p>
        </p:txBody>
      </p:sp>
      <p:sp>
        <p:nvSpPr>
          <p:cNvPr id="15" name="stage-runtime-title">
            <a:extLst xmlns:a="http://schemas.openxmlformats.org/drawingml/2006/main">
              <a:ext uri="{FF2B5EF4-FFF2-40B4-BE49-F238E27FC236}">
                <a16:creationId xmlns:a16="http://schemas.microsoft.com/office/drawing/2014/main" id="{A0124349-5B72-4796-B3A3-8E382DD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运行层</a:t>
            </a:r>
          </a:p>
        </p:txBody>
      </p:sp>
      <p:sp>
        <p:nvSpPr>
          <p:cNvPr id="16" name="stage-runtime-body">
            <a:extLst xmlns:a="http://schemas.openxmlformats.org/drawingml/2006/main">
              <a:ext uri="{FF2B5EF4-FFF2-40B4-BE49-F238E27FC236}">
                <a16:creationId xmlns:a16="http://schemas.microsoft.com/office/drawing/2014/main" id="{AC988FC5-7CF4-4CA1-A8A9-57119C20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SceneManager  场景与点击</a:t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EventEngine  顺序动作与分支</a:t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GameState  属性、物品、旗标、物件状态</a:t>
            </a:r>
          </a:p>
          <a:p xmlns:a="http://schemas.openxmlformats.org/drawingml/2006/main">
            <a:pPr algn="l">
              <a:def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373D"/>
                </a:solidFill>
                <a:latin typeface="Microsoft YaHei"/>
                <a:ea typeface="Microsoft YaHei"/>
                <a:cs typeface="Microsoft YaHei"/>
              </a:rPr>
              <a:t>UIManager  对话、选择、调查与窗口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62400" y="31623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818B"/>
            </a:solidFill>
            <a:prstDash val="solid"/>
            <a:headEnd type="arrow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810500" y="31623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818B"/>
            </a:solidFill>
            <a:prstDash val="solid"/>
            <a:headEnd type="arrow" w="sm" len="sm"/>
          </a:ln>
        </p:spPr>
      </p:cxnSp>
      <p:sp>
        <p:nvSpPr>
          <p:cNvPr id="19" name="execution-band">
            <a:extLst xmlns:a="http://schemas.openxmlformats.org/drawingml/2006/main">
              <a:ext uri="{FF2B5EF4-FFF2-40B4-BE49-F238E27FC236}">
                <a16:creationId xmlns:a16="http://schemas.microsoft.com/office/drawing/2014/main" id="{7D60BA3C-B51A-4CA5-BF34-3490EA1E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57837093-E604-48D6-82EB-5E379882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一次点击，如何穿过系统</a:t>
            </a:r>
          </a:p>
        </p:txBody>
      </p:sp>
      <p:sp>
        <p:nvSpPr>
          <p:cNvPr id="21" name="execution-flow">
            <a:extLst xmlns:a="http://schemas.openxmlformats.org/drawingml/2006/main">
              <a:ext uri="{FF2B5EF4-FFF2-40B4-BE49-F238E27FC236}">
                <a16:creationId xmlns:a16="http://schemas.microsoft.com/office/drawing/2014/main" id="{6887135A-EDD6-4A69-9F68-58E79F0B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7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7FD"/>
                </a:solidFill>
                <a:latin typeface="Microsoft YaHei"/>
                <a:ea typeface="Microsoft YaHei"/>
                <a:cs typeface="Microsoft YaHei"/>
              </a:rPr>
              <a:t>场景物件  →  clickEvent  →  EventEngine.play()  →  动作执行 / 状态更新  →  稳定快照</a:t>
            </a:r>
          </a:p>
        </p:txBody>
      </p:sp>
      <p:sp>
        <p:nvSpPr>
          <p:cNvPr id="22" name="execution-boundary">
            <a:extLst xmlns:a="http://schemas.openxmlformats.org/drawingml/2006/main">
              <a:ext uri="{FF2B5EF4-FFF2-40B4-BE49-F238E27FC236}">
                <a16:creationId xmlns:a16="http://schemas.microsoft.com/office/drawing/2014/main" id="{902247E9-FAFC-4559-B011-2EEDF8CA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C4CF"/>
                </a:solidFill>
                <a:latin typeface="Microsoft YaHei"/>
                <a:ea typeface="Microsoft YaHei"/>
                <a:cs typeface="Microsoft YaHei"/>
              </a:rPr>
              <a:t>事件执行期间锁定场景交互；完整结束后才开放并保存，报错或取消则回滚。</a:t>
            </a:r>
          </a:p>
        </p:txBody>
      </p:sp>
    </p:spTree>
    <p:extLst>
      <p:ext uri="{BB962C8B-B14F-4D97-AF65-F5344CB8AC3E}">
        <p14:creationId xmlns:p14="http://schemas.microsoft.com/office/powerpoint/2010/main" val="1562984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2026-09-10T01:53:20.8110000Z</dcterms:created>
  <dcterms:modified xsi:type="dcterms:W3CDTF">2026-09-10T01:53:20.8110000Z</dcterms:modified>
</coreProperties>
</file>